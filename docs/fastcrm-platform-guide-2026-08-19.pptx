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FastCRM</a:t>
            </a:r>
            <a:br/>
            <a:r>
              <a:t>Platform Guide</a:t>
            </a:r>
          </a:p>
          <a:p>
            <a:pPr>
              <a:defRPr sz="1800">
                <a:solidFill>
                  <a:srgbClr val="F97316"/>
                </a:solidFill>
              </a:defRPr>
            </a:pPr>
            <a:r>
              <a:t>2026-08-19  •  https://crm.fastsme.com</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**FastCRM** is an open-source **sales CRM** built with — a server-side, HTMX-driven reimagining of the core of . Python-first, no JavaScript framework: leads, a Kanban deal pipeline, contacts, organizations, tasks, an activity timeline, and an AI assistant grounded in your live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Turn every customer signal into momentum.</a:t>
            </a:r>
          </a:p>
        </p:txBody>
      </p:sp>
      <p:pic>
        <p:nvPicPr>
          <p:cNvPr id="3" name="Picture 2" descr="01-turn-every-customer-signal-into-momentum.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SALES AND RELATIONSHIPS Turn every customer signal into momentum. Bring leads, contacts, activities, tasks, and a visual deal pipeline into one focused sales workspace. Sign In or Register Explore the open-source suite → Product tour · see the workspace in act</a:t>
            </a:r>
          </a:p>
          <a:p>
            <a:pPr>
              <a:defRPr sz="900">
                <a:solidFill>
                  <a:srgbClr val="F97316"/>
                </a:solidFill>
              </a:defRPr>
            </a:pPr>
            <a:r>
              <a:t>https://crm.fastsme.com/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Build with the FastCRM API.</a:t>
            </a:r>
          </a:p>
        </p:txBody>
      </p:sp>
      <p:pic>
        <p:nvPicPr>
          <p:cNvPr id="3" name="Picture 2" descr="02-build-with-the-fastcrm-api.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FastCRM Developers Back to product DEVELOPER PLATFORM · API V1 Build with the FastCRM API. Read the live demo database through a typed, versioned API. Selected integration writes are implemented behind bearer-token authentication. Open Swagger UI Open ReDoc Do</a:t>
            </a:r>
          </a:p>
          <a:p>
            <a:pPr>
              <a:defRPr sz="900">
                <a:solidFill>
                  <a:srgbClr val="F97316"/>
                </a:solidFill>
              </a:defRPr>
            </a:pPr>
            <a:r>
              <a:t>https://crm.fastsme.com/developers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Sign in</a:t>
            </a:r>
          </a:p>
        </p:txBody>
      </p:sp>
      <p:pic>
        <p:nvPicPr>
          <p:cNvPr id="3" name="Picture 2" descr="03-sign-i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Sign in with Google Sign in to continue to fastsme.com Email or phone Forgot email? Next Create account Afrikaans azərbaycan bosanski català Čeština Cymraeg Dansk Deutsch eesti English (United Kingdom) English (United States) Español (España) Español (Latinoam</a:t>
            </a:r>
          </a:p>
          <a:p>
            <a:pPr>
              <a:defRPr sz="900">
                <a:solidFill>
                  <a:srgbClr val="F97316"/>
                </a:solidFill>
              </a:defRPr>
            </a:pPr>
            <a:r>
              <a:t>https://accounts.google.com/v3/signin/identifier?opparams=%253F&amp;dsh=S772928290%3A1787122643639021&amp;access_type=online&amp;client_id=887059023987-2a7spj1m82eivobdbt1itb3cqca6tpt1.apps.googleusercontent.com&amp;o2v=2&amp;prompt=select_account&amp;redirect_uri=https%3A%2F%2Fcrm.fastsme.com%2Fauth%2Fgoogle%2Fcallback&amp;response_type=code&amp;scope=openid+email+profile&amp;service=lso&amp;state=9QMpeN8_PDHAJBVhe2UIG2YTiPPSJ23G_x6VzoI3ug4&amp;flowName=GeneralOAuthLite&amp;continue=https%3A%2F%2Faccounts.google.com%2Fsignin%2Foauth%2Flegacy%2Fconsent%3Fauthuser%3Dunknown%26part%3DAJi8hAPQ-2hHAaZEOzRgsAjese8CFYlhFl1t3fnDq3mI-7_HIigEQOFgZOQUf8pzgzd9c27SCdjky-ddISMKyYobGQOJKWKTAQ4wiu90c8C9Xjo8szy5sRTIzrBq5MZwaDR9-gz2h5Up1eI67l2_tLxhZ3htKkiqaPPfF5TXEjeCeg6OndtqgjdOpIYbhzzYWIC3tauwlQShnzXIetzsF9WpwhNO4ut-N-lRK8plOQDII2wUgmbhSox7oyEVL0a42my9uH-m5sPtUsyagF3kfz3bacy0iM0x3H4x6FB6xOABfwrfwF3Bl2uF3VLxSTXd8Vrvefv9q7hwFpv8gHjEPHsgImY93rkLFgtXhP5-6HUvY_QTiTgjKXPCDxrSnW9hcEONyrTF-rMSZoQF6HJOa-G7V4dAv1nBNEGWPFcDSY82UJ3YL1qmm2TSSlbpXCpo7ktdOnsm9qynQORK8iKvl8Z_tZIcaC6Xzg%26flowName%3DGeneralOAuthFlow%26as%3DS772928290%253A1787122643639021%26client_id%3D887059023987-2a7spj1m82eivobdbt1itb3cqca6tpt1.apps.googleusercontent.com%23&amp;app_domain=https%3A%2F%2Fcrm.fastsme.com&amp;rart=ANgoxceFpCK4Il7JZ6W05TYYZpJ0-mZmyEhk2NJp18MUEZZGltNgUoIHhxm7zZ87MScQRht1_3UCg4NUL8o06ikjst70VxrTbqEEjFosxaDkm9yIdmG0Rt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